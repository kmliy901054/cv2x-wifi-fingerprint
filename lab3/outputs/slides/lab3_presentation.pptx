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0.75。請先記住兩個數字:標準 train→test 中位誤差是 0.75,這是貫穿全場的主數字;另外早期曾在測試集上做模型選擇挑出 0.65,那個不算數、後面會專門說明原因。畫面這張爬坡圖貫穿全場,從 1.57 一路往下,每一格後面都會回來細講。(開場點一下這兩個數字就推進,別在這裡耗時間。)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0.75,並在獨立的測試集與真實 ESP32 硬體上確認這個數字站得住。比重上做法和結果是重頭戲,題目和資料各兩三張快速鋪好背景。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這張的價值不在成績,而在它釣出來的兩個問題,這兩個問題決定後面整條路。先把數字講清楚,因為很容易混:純 MLP 回歸 1.30,純 MDN(混合高斯)1.26 — MDN 確實小贏 MLP 一點點,但兩個都只比 KNN 的 1.57 好大約一成七,而且彼此幾乎沒差。我們又把 -100 填充遮掉做了 Masked 版本(MaskedMLP、MaskedMDN 都落在 1.37),結果不但沒變好反而更差 — 下面那張結構圖畫的就是 MaskedMDN 這個嘗試,請注意它對應的是 1.37,不要跟純 MLP 的 1.30 或純 MDN 的 1.26 搞混。所以結論很清楚:在「固定向量 + 點/混合輸出」這個框架裡,換頭、加遮罩、調深度,都只在 1.3 附近原地打轉。教訓一是資料表示的浪費:把每筆掃描硬塞成固定 80 維、缺的補 -100,一筆典型掃描裡大半維度都是填充值,模型把容量花在學著忽略假輸入。教訓二是輸出的死穴:當一筆訊號其實對應到房間裡兩個都合理的位置時,L2 回歸的最佳解是輸出兩者的平均,落在中間空地;MDN 雖然能同時表達多個高斯,但最後讀出單一位置時又被平均回去。這兩個問題,分別由下一段的 Set Transformer(換掉表示)和再後面的熱度圖分類(換掉輸出)各解掉一個。記住這兩個教訓,後面每一步都是在還這兩筆債。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CDF,整條往左移。這裡用的是最嚴謹的同模型對照(ablation):同一個 Set Transformer,只差有沒有加合成資料——純真實 1.12 掉到加合成 0.91,進步約 19%,這就是合成資料單獨的貢獻。補一個口徑:爬坡圖(slide 24)上那個里程碑步是從 1.093(SetTransformerMDN)到 0.906,讀起來是 17%,差別只在前一格的基準不同;兩個數字都對、都查得到。再上五種子集成可到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合成資料只生在訓練分布裡、只用訓練位置擬合,測試位姿從頭到尾沒參與,這個進步不是洩漏換來的。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進入第四個、也是最後一個規定段落:實驗結果。如果只記一件事,就記主數字:標準協定下 Split A 中位誤差 0.75 公尺。(分段標題,口頭兩句帶過就推進。)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這張補上 splits 那頁承諾、卻一直沒給的數字,也回應老師對嚴謹度的要求。重點:現在 A 和 D 都是 cascade-aggressive 五種子完整重跑、確切測得的,不是估計——A_random 中位數 0.752、D_stratified 0.807,兩個都是同分布切法。左邊長條看 median/mean/p90,右邊 CDF 兩條幾乎重疊,代表只要訓練有涵蓋到測試的時段,準度就很穩。D 比 A 略高一點點(0.807 對 0.752),是因為 D 的測試集刻意按比例放進晚上的點,晚上本來就比較難,但因為訓練也看過晚上,所以只差 0.05、沒有崩。B_morning 和 C 我還沒對每個 phase 重跑,給的是早期 baseline 推得的估計、會標清楚是估計:B 同時段約 0.85,C 早訓晚測約 2.3。最關鍵的對比:A、D 這種同分布切法都壓在 0.8 公尺上下,C 卻一跳到 2.3——空間覆蓋我們解得很好,跨時段是唯一沒解掉的開放問題,留到結論談未來方向。預期被問:D 為什麼要按時段分層?它模擬真實部署——指紋庫已在不同時段都採過點;跟 A 純隨機的差別是 D 保證訓練和測試都含早晚。</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 另外補一個方法面的失敗,被問到再講就好:SWA(Stochastic Weight Averaging,我們文獻回顧裡評分最高的額外技巧)也實作了,但它只讓誤差動 0.025,小於 bootstrap 估出來的標準誤 0.037,落在統計雜訊裡,所以不採用——不是它不好,是統計上看不出顯著差。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公尺中位數,而且是規規矩矩 full-train 一次、在獨立測試集上量一次的標準協定數字。我也想給一個外部尺度感:文獻上以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裡。如果有人追問極限數字,可以輕描淡寫帶一句就好:我們早期其實有 train 到過 0.65,但那是在測試集上一個個挑模型挑出來的、等於偷看過答案,拿一個從沒碰過的獨立驗證集一測就現形,所以它不太能代表真實泛化、我們不把它當成績——我們就站在 0.752 這個規規矩矩量出來的數字上。不用特別展開講,被問到再說。最後未來方向講實在的:真正的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CV2X Indoor Localization with WiFi Fingerprints</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314831017 王瑋琛 · 314831024 李朋逸</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on a held-out test set + live hardware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~2/3 of it is -100 padding (only 27.7 of 80 slots are real APs)</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clear KNN but plateau near 1.3 m —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MLP 1.30 m and MDN 1.26 m: both about -17% vs KNN 1.57 m, yet barely apart from each other</a:t>
            </a:r>
          </a:p>
          <a:p>
            <a:pPr>
              <a:spcAft>
                <a:spcPts val="1000"/>
              </a:spcAft>
            </a:pPr>
            <a:r>
              <a:rPr sz="1800" b="1">
                <a:solidFill>
                  <a:srgbClr val="1B6EC2"/>
                </a:solidFill>
              </a:rPr>
              <a:t>•  </a:t>
            </a:r>
            <a:r>
              <a:rPr sz="1800">
                <a:solidFill>
                  <a:srgbClr val="1F2D3D"/>
                </a:solidFill>
              </a:rPr>
              <a:t>A mixture head (MDN) only inches past the MLP; masking the -100 padding (1.37 m) made it worse, not better</a:t>
            </a:r>
          </a:p>
          <a:p>
            <a:pPr>
              <a:spcAft>
                <a:spcPts val="1000"/>
              </a:spcAft>
            </a:pPr>
            <a:r>
              <a:rPr sz="1800" b="1">
                <a:solidFill>
                  <a:srgbClr val="1B6EC2"/>
                </a:solidFill>
              </a:rPr>
              <a:t>•  </a:t>
            </a:r>
            <a:r>
              <a:rPr sz="1800">
                <a:solidFill>
                  <a:srgbClr val="1F2D3D"/>
                </a:solidFill>
              </a:rPr>
              <a:t>Lesson 1 - representation: a fixed 80-D, -100-padded vector wastes most of the model capacity</a:t>
            </a:r>
          </a:p>
          <a:p>
            <a:pPr>
              <a:spcAft>
                <a:spcPts val="1000"/>
              </a:spcAft>
            </a:pPr>
            <a:r>
              <a:rPr sz="1800" b="1">
                <a:solidFill>
                  <a:srgbClr val="1B6EC2"/>
                </a:solidFill>
              </a:rPr>
              <a:t>•  </a:t>
            </a:r>
            <a:r>
              <a:rPr sz="1800">
                <a:solidFill>
                  <a:srgbClr val="1F2D3D"/>
                </a:solidFill>
              </a:rPr>
              <a:t>Lesson 2 - output: a point/mixture readout still averages two plausible places - it needs a grid</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-19% to 0.91 m by filling the coverage hole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Same-model ablation, Split A: real-only 1.12 m -&gt; +synth 0.91 m (-19%)</a:t>
            </a:r>
          </a:p>
          <a:p>
            <a:pPr>
              <a:spcAft>
                <a:spcPts val="1000"/>
              </a:spcAft>
            </a:pPr>
            <a:r>
              <a:rPr sz="1600" b="1">
                <a:solidFill>
                  <a:srgbClr val="1B6EC2"/>
                </a:solidFill>
              </a:rPr>
              <a:t>•  </a:t>
            </a:r>
            <a:r>
              <a:rPr sz="1600">
                <a:solidFill>
                  <a:srgbClr val="1F2D3D"/>
                </a:solidFill>
              </a:rPr>
              <a:t>Cross-time (Split C) is +5% worse - the GP carries the morning bias</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coverage.png"/>
          <p:cNvPicPr>
            <a:picLocks noChangeAspect="1"/>
          </p:cNvPicPr>
          <p:nvPr/>
        </p:nvPicPr>
        <p:blipFill>
          <a:blip r:embed="rId2"/>
          <a:stretch>
            <a:fillRect/>
          </a:stretch>
        </p:blipFill>
        <p:spPr>
          <a:xfrm>
            <a:off x="677042" y="2651760"/>
            <a:ext cx="10834867"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In-distribution splits A &amp; D are both strong (~0.8 m); cross-time C is the open problem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0.752 m measured — random 80/20</a:t>
            </a:r>
          </a:p>
          <a:p>
            <a:pPr>
              <a:spcAft>
                <a:spcPts val="1000"/>
              </a:spcAft>
            </a:pPr>
            <a:r>
              <a:rPr sz="1600" b="1">
                <a:solidFill>
                  <a:srgbClr val="1B6EC2"/>
                </a:solidFill>
              </a:rPr>
              <a:t>•  </a:t>
            </a:r>
            <a:r>
              <a:rPr sz="1600">
                <a:solidFill>
                  <a:srgbClr val="1F2D3D"/>
                </a:solidFill>
              </a:rPr>
              <a:t>D_stratified: 0.807 m measured — both times of day in train &amp; test</a:t>
            </a:r>
          </a:p>
          <a:p>
            <a:pPr>
              <a:spcAft>
                <a:spcPts val="1000"/>
              </a:spcAft>
            </a:pPr>
            <a:r>
              <a:rPr sz="1600" b="1">
                <a:solidFill>
                  <a:srgbClr val="1B6EC2"/>
                </a:solidFill>
              </a:rPr>
              <a:t>•  </a:t>
            </a:r>
            <a:r>
              <a:rPr sz="1600">
                <a:solidFill>
                  <a:srgbClr val="1F2D3D"/>
                </a:solidFill>
              </a:rPr>
              <a:t>B_morning: ~1.0 m (estimate; morning-only, so less training data than A)</a:t>
            </a:r>
          </a:p>
          <a:p>
            <a:pPr>
              <a:spcAft>
                <a:spcPts val="1000"/>
              </a:spcAft>
            </a:pPr>
            <a:r>
              <a:rPr sz="1600" b="1">
                <a:solidFill>
                  <a:srgbClr val="1B6EC2"/>
                </a:solidFill>
              </a:rPr>
              <a:t>•  </a:t>
            </a:r>
            <a:r>
              <a:rPr sz="1600">
                <a:solidFill>
                  <a:srgbClr val="1F2D3D"/>
                </a:solidFill>
              </a:rPr>
              <a:t>C_morning to evening: ~2.3 m (estimate) — cross-time, the open problem</a:t>
            </a:r>
          </a:p>
        </p:txBody>
      </p:sp>
      <p:pic>
        <p:nvPicPr>
          <p:cNvPr id="4" name="Picture 3" descr="split_a_vs_d.png"/>
          <p:cNvPicPr>
            <a:picLocks noChangeAspect="1"/>
          </p:cNvPicPr>
          <p:nvPr/>
        </p:nvPicPr>
        <p:blipFill>
          <a:blip r:embed="rId2"/>
          <a:stretch>
            <a:fillRect/>
          </a:stretch>
        </p:blipFill>
        <p:spPr>
          <a:xfrm>
            <a:off x="1744046" y="2651760"/>
            <a:ext cx="8700859"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(btw) an early run hit 0.65 m but was tuned on the test set — it does not generalise, so we report 0.752 m</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